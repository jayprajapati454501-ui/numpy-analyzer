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8"/>
  </p:notesMasterIdLst>
  <p:sldIdLst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19" autoAdjust="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 Prajapati" userId="da447b80f9ff9566" providerId="LiveId" clId="{F9D69A15-AF22-484F-A32B-3F2E8BE41D62}"/>
    <pc:docChg chg="undo custSel modSld">
      <pc:chgData name="Jay Prajapati" userId="da447b80f9ff9566" providerId="LiveId" clId="{F9D69A15-AF22-484F-A32B-3F2E8BE41D62}" dt="2026-09-01T17:35:29.061" v="10" actId="20577"/>
      <pc:docMkLst>
        <pc:docMk/>
      </pc:docMkLst>
      <pc:sldChg chg="modSp mod">
        <pc:chgData name="Jay Prajapati" userId="da447b80f9ff9566" providerId="LiveId" clId="{F9D69A15-AF22-484F-A32B-3F2E8BE41D62}" dt="2026-09-01T17:35:29.061" v="10" actId="20577"/>
        <pc:sldMkLst>
          <pc:docMk/>
          <pc:sldMk cId="3472566057" sldId="290"/>
        </pc:sldMkLst>
        <pc:spChg chg="mod">
          <ac:chgData name="Jay Prajapati" userId="da447b80f9ff9566" providerId="LiveId" clId="{F9D69A15-AF22-484F-A32B-3F2E8BE41D62}" dt="2026-09-01T17:35:29.061" v="10" actId="20577"/>
          <ac:spMkLst>
            <pc:docMk/>
            <pc:sldMk cId="3472566057" sldId="290"/>
            <ac:spMk id="3" creationId="{776DEB69-27D7-01A0-77F2-4F6388F3482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/>
              <a:t>Numpy</a:t>
            </a:r>
            <a:r>
              <a:rPr lang="en-US" sz="4000" dirty="0"/>
              <a:t> </a:t>
            </a:r>
            <a:r>
              <a:rPr lang="en-US" sz="4000" dirty="0">
                <a:latin typeface="Aptos Narrow" panose="020B0004020202020204" pitchFamily="34" charset="0"/>
              </a:rPr>
              <a:t>analyzer</a:t>
            </a:r>
            <a:r>
              <a:rPr lang="en-US" sz="4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	</a:t>
            </a:r>
            <a:r>
              <a:rPr lang="en-IN" sz="4000" dirty="0"/>
              <a:t>Project Overview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>
              <a:spcAft>
                <a:spcPts val="1000"/>
              </a:spcAft>
              <a:defRPr sz="2200"/>
            </a:pPr>
            <a:r>
              <a:rPr lang="en-US" sz="2400" dirty="0"/>
              <a:t>NumPy Analyzer is a menu-driven Python application built with NumPy.</a:t>
            </a:r>
          </a:p>
          <a:p>
            <a:pPr>
              <a:spcAft>
                <a:spcPts val="1000"/>
              </a:spcAft>
              <a:defRPr sz="2200"/>
            </a:pPr>
            <a:r>
              <a:rPr lang="en-US" sz="2400" dirty="0"/>
              <a:t>It provides tools for creating, manipulating, analyzing, and summarizing numerical arrays.</a:t>
            </a:r>
          </a:p>
          <a:p>
            <a:pPr>
              <a:spcAft>
                <a:spcPts val="1000"/>
              </a:spcAft>
              <a:defRPr sz="2200"/>
            </a:pPr>
            <a:r>
              <a:rPr lang="en-US" sz="2400" dirty="0"/>
              <a:t>The project uses an object-oriented </a:t>
            </a:r>
            <a:r>
              <a:rPr lang="en-US" sz="2400" dirty="0" err="1"/>
              <a:t>DataAnalytics</a:t>
            </a:r>
            <a:r>
              <a:rPr lang="en-US" sz="2400" dirty="0"/>
              <a:t> class.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7AE7C-7A9D-12ED-025D-0F10BAE2A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6EC63-55C6-9AAB-5FFE-940ED59D3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1"/>
            <a:ext cx="10353762" cy="3175058"/>
          </a:xfrm>
        </p:spPr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rPr lang="en-US" dirty="0"/>
              <a:t>Understand NumPy arrays and array operations.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Perform mathematical and matrix calculations.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Search, sort, and filter numerical data.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Calculate statistical summaries.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Demonstrate OOP concepts such as properties, class methods, and static methods.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3589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ED299-1753-EBD5-8730-C29452868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609EB-E262-87E5-2C1B-145C3A5BF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1"/>
            <a:ext cx="10353762" cy="2227102"/>
          </a:xfrm>
        </p:spPr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rPr lang="en-US" dirty="0"/>
              <a:t>Programming Language: Python 3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Library: NumPy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Interface: Command-Line Interface (CLI)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Main module: </a:t>
            </a:r>
            <a:r>
              <a:rPr lang="en-US" dirty="0" err="1"/>
              <a:t>numpy</a:t>
            </a:r>
            <a:r>
              <a:rPr lang="en-US" dirty="0"/>
              <a:t> as np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2306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C04AE-83E1-7BBF-FD29-419940AC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DataAnalytics</a:t>
            </a:r>
            <a:r>
              <a:rPr lang="en-IN" dirty="0"/>
              <a:t> Class &amp;Array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E14A5-B63A-D20E-7145-2CF8F3784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000"/>
              </a:spcAft>
              <a:defRPr sz="2200"/>
            </a:pPr>
            <a:r>
              <a:rPr lang="en-US" dirty="0"/>
              <a:t>The </a:t>
            </a:r>
            <a:r>
              <a:rPr lang="en-US" dirty="0" err="1"/>
              <a:t>DataAnalytics</a:t>
            </a:r>
            <a:r>
              <a:rPr lang="en-US" dirty="0"/>
              <a:t> class encapsulates NumPy operations and statistical analysis.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The constructor accepts optional data and converts it into a NumPy array.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The data property provides getter and setter access to the internal array.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Manual array creation using space-separated user input.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Optional reshaping into a specified shape such as 3×3.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Random array generation through the </a:t>
            </a:r>
            <a:r>
              <a:rPr lang="en-US" dirty="0" err="1"/>
              <a:t>create_random_array</a:t>
            </a:r>
            <a:r>
              <a:rPr lang="en-US" dirty="0"/>
              <a:t>() class method.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Random integers are generated with NumPy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2675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DA2F2-C04F-A577-49D7-DDADED74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 Array Properties &amp; </a:t>
            </a:r>
            <a:r>
              <a:rPr lang="en-IN" dirty="0" err="1"/>
              <a:t>Validation&amp;Array</a:t>
            </a:r>
            <a:r>
              <a:rPr lang="en-IN" dirty="0"/>
              <a:t> Manipulation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C5AF3-9406-5158-210F-FA9C5004C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1"/>
            <a:ext cx="10353762" cy="4450184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1000"/>
              </a:spcAft>
              <a:defRPr sz="2200"/>
            </a:pPr>
            <a:r>
              <a:rPr lang="en-US" dirty="0"/>
              <a:t>Displays the current array.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Shows shape, number of dimensions, and data type.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Private validation methods check for empty arrays.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2D validation is used before matrix operations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Slice and index arrays using NumPy indexing.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Concatenate arrays along an axis.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Split arrays into multiple sections.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These operations demonstrate flexible NumPy array handling.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3737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DADD-E2A6-B338-010E-E67A8A1D4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 Mathematical Operations &amp;Matrix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A05AA-261F-9F98-0567-C07AD5B9B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3779066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1000"/>
              </a:spcAft>
              <a:defRPr sz="2200"/>
            </a:pPr>
            <a:r>
              <a:rPr lang="en-US" dirty="0"/>
              <a:t>Element-wise addition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Element-wise subtraction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Element-wise multiplication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Element-wise division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Operations are implemented using NumPy functions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Supports matrix multiplication for 2D arrays.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Uses NumPy’s  np. </a:t>
            </a:r>
            <a:r>
              <a:rPr lang="en-US" dirty="0" err="1"/>
              <a:t>Matmul</a:t>
            </a:r>
            <a:r>
              <a:rPr lang="en-US" dirty="0"/>
              <a:t>() function.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The application validates that the required arrays are 2D.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Useful for demonstrating numerical and matrix computation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0939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4F682-2CA5-394E-8059-29079C845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Search, Sort &amp; Filter &amp; Statistical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A96A7-BB3D-0904-BCCF-0E9295EDE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Aft>
                <a:spcPts val="1000"/>
              </a:spcAft>
              <a:defRPr sz="2200"/>
            </a:pPr>
            <a:r>
              <a:rPr lang="en-US" dirty="0"/>
              <a:t>Search for a target value and return matching indices.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Sort values in ascending or descending order.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Filter values using &gt;, &lt;, ==, &gt;=, and &lt;= conditions.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Boolean indexing is used for filtering.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Calculates sum, mean, median, standard deviation, and variance.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Finds minimum and maximum values.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Calculates a user-selected percentile.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Results are returned as a statistical summary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3501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DD093-31A5-C400-E6FA-6F2D1E9BE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Correlation Coefficient &amp; Interactive Menu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DB15C-AA45-4546-C075-9B9F27236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676688"/>
          </a:xfrm>
        </p:spPr>
        <p:txBody>
          <a:bodyPr>
            <a:normAutofit fontScale="55000" lnSpcReduction="20000"/>
          </a:bodyPr>
          <a:lstStyle/>
          <a:p>
            <a:pPr>
              <a:spcAft>
                <a:spcPts val="1000"/>
              </a:spcAft>
              <a:defRPr sz="2200"/>
            </a:pPr>
            <a:r>
              <a:rPr lang="en-US" dirty="0"/>
              <a:t>Compares two numerical arrays using correlation.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Arrays are flattened before calculation.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Both arrays must have the same number of elements.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The project uses NumPy's </a:t>
            </a:r>
            <a:r>
              <a:rPr lang="en-US" dirty="0" err="1"/>
              <a:t>np.corrcoef</a:t>
            </a:r>
            <a:r>
              <a:rPr lang="en-US" dirty="0"/>
              <a:t>().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1. Create a NumPy array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2. Display array properties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3. Slice / Index Array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4. Combine / Split Array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5. Mathematical Operations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6. Search, Sort &amp; Filter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7. Statistical Summary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8. Correlation Coefficient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9. Exit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672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84EA5-A8E3-358C-0083-576313F72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Error Handling &amp; OOP Concepts Demonstrated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D84BE-9185-9326-D75E-CA70CB26E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952" y="1753300"/>
            <a:ext cx="10621605" cy="4874004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1000"/>
              </a:spcAft>
              <a:defRPr sz="2200"/>
            </a:pPr>
            <a:r>
              <a:rPr lang="en-US" dirty="0"/>
              <a:t>Handles empty-array operations.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Validates dimensions for matrix calculations.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Rejects unsupported mathematical operations and filter conditions.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The CLI catches exceptions and displays an error message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Class and object creation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Constructor: __</a:t>
            </a:r>
            <a:r>
              <a:rPr lang="en-US" dirty="0" err="1"/>
              <a:t>init</a:t>
            </a:r>
            <a:r>
              <a:rPr lang="en-US" dirty="0"/>
              <a:t>__()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Encapsulation through the _data attribute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Property getter and setter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Private helper methods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Class method: </a:t>
            </a:r>
            <a:r>
              <a:rPr lang="en-US" dirty="0" err="1"/>
              <a:t>create_random_array</a:t>
            </a:r>
            <a:r>
              <a:rPr lang="en-US" dirty="0"/>
              <a:t>()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Static method: </a:t>
            </a:r>
            <a:r>
              <a:rPr lang="en-US" dirty="0" err="1"/>
              <a:t>correlation_coefficient</a:t>
            </a:r>
            <a:r>
              <a:rPr lang="en-US" dirty="0"/>
              <a:t>()</a:t>
            </a:r>
          </a:p>
          <a:p>
            <a:pPr>
              <a:spcAft>
                <a:spcPts val="1000"/>
              </a:spcAft>
              <a:defRPr sz="2200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3369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F2209-6F88-BE9C-EBCA-989FC11B4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27" y="1669410"/>
            <a:ext cx="10906830" cy="4823670"/>
          </a:xfrm>
        </p:spPr>
        <p:txBody>
          <a:bodyPr>
            <a:normAutofit fontScale="70000" lnSpcReduction="20000"/>
          </a:bodyPr>
          <a:lstStyle/>
          <a:p>
            <a:pPr>
              <a:spcAft>
                <a:spcPts val="1000"/>
              </a:spcAft>
              <a:defRPr sz="2200"/>
            </a:pPr>
            <a:r>
              <a:rPr lang="en-US" dirty="0"/>
              <a:t>Start the application.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Create or generate a NumPy array.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Inspect array properties.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Manipulate or perform mathematical operations.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Search, sort, or filter data.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Generate statistical results.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Exit the application.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Practical understanding of NumPy arrays.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Experience with numerical data processing.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Understanding of basic statistical functions.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Practice with object-oriented Python.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Experience building a menu-driven CLI application</a:t>
            </a:r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856DEB0-89DD-5F50-5D65-154C6FD85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Workflow &amp;Learning Outcomes</a:t>
            </a:r>
          </a:p>
        </p:txBody>
      </p:sp>
    </p:spTree>
    <p:extLst>
      <p:ext uri="{BB962C8B-B14F-4D97-AF65-F5344CB8AC3E}">
        <p14:creationId xmlns:p14="http://schemas.microsoft.com/office/powerpoint/2010/main" val="2666290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B0671-B4A6-4E29-08CE-61669048D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Enhancements &amp;Conclusion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D4C90-0BEC-2B42-C4E9-A8E400C23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06" y="1744910"/>
            <a:ext cx="10739051" cy="4046289"/>
          </a:xfrm>
        </p:spPr>
        <p:txBody>
          <a:bodyPr>
            <a:normAutofit fontScale="92500"/>
          </a:bodyPr>
          <a:lstStyle/>
          <a:p>
            <a:pPr marL="36900" indent="0">
              <a:spcAft>
                <a:spcPts val="1000"/>
              </a:spcAft>
              <a:buNone/>
              <a:defRPr sz="2200"/>
            </a:pPr>
            <a:r>
              <a:rPr lang="en-IN" dirty="0"/>
              <a:t>Integrate Pandas for tabular data analysis.</a:t>
            </a:r>
          </a:p>
          <a:p>
            <a:pPr>
              <a:spcAft>
                <a:spcPts val="1000"/>
              </a:spcAft>
              <a:defRPr sz="2200"/>
            </a:pPr>
            <a:r>
              <a:rPr lang="en-IN" dirty="0"/>
              <a:t>Add Matplotlib visualizations.</a:t>
            </a:r>
          </a:p>
          <a:p>
            <a:pPr>
              <a:spcAft>
                <a:spcPts val="1000"/>
              </a:spcAft>
              <a:defRPr sz="2200"/>
            </a:pPr>
            <a:r>
              <a:rPr lang="en-IN" dirty="0"/>
              <a:t>Generate automated analysis reports.</a:t>
            </a:r>
          </a:p>
          <a:p>
            <a:pPr>
              <a:spcAft>
                <a:spcPts val="1000"/>
              </a:spcAft>
              <a:defRPr sz="2200"/>
            </a:pPr>
            <a:r>
              <a:rPr lang="en-IN" dirty="0"/>
              <a:t>Add unit tests and a graphical user interface.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NumPy Analyzer combines array manipulation, mathematical operations, searching, filtering, and statistics in one application.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It demonstrates how NumPy can be integrated with Python OOP to build a useful data-analysis tool.</a:t>
            </a:r>
          </a:p>
          <a:p>
            <a:pPr>
              <a:spcAft>
                <a:spcPts val="1000"/>
              </a:spcAft>
              <a:defRPr sz="2200"/>
            </a:pPr>
            <a:r>
              <a:rPr lang="en-US" dirty="0"/>
              <a:t>The project provides a strong foundation for larger data-analysis applications.</a:t>
            </a:r>
          </a:p>
          <a:p>
            <a:pPr>
              <a:spcAft>
                <a:spcPts val="1000"/>
              </a:spcAft>
              <a:defRPr sz="2200"/>
            </a:pPr>
            <a:endParaRPr lang="en-IN" dirty="0"/>
          </a:p>
          <a:p>
            <a:pPr>
              <a:spcAft>
                <a:spcPts val="1000"/>
              </a:spcAft>
              <a:defRPr sz="2200"/>
            </a:pPr>
            <a:endParaRPr lang="en-IN" dirty="0"/>
          </a:p>
          <a:p>
            <a:pPr>
              <a:spcAft>
                <a:spcPts val="1000"/>
              </a:spcAft>
              <a:defRPr sz="2200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0935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DEB69-27D7-01A0-77F2-4F6388F34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59" y="985881"/>
            <a:ext cx="10353762" cy="3714749"/>
          </a:xfrm>
        </p:spPr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en-IN" sz="6000" dirty="0"/>
              <a:t>Thank You</a:t>
            </a:r>
          </a:p>
          <a:p>
            <a:pPr marL="36900" indent="0" algn="ctr">
              <a:buNone/>
            </a:pPr>
            <a:r>
              <a:rPr lang="en-IN" sz="6000" dirty="0" err="1"/>
              <a:t>Numpy</a:t>
            </a:r>
            <a:r>
              <a:rPr lang="en-IN" sz="6000" dirty="0"/>
              <a:t> </a:t>
            </a:r>
            <a:r>
              <a:rPr lang="en-IN" sz="6000" dirty="0" err="1"/>
              <a:t>analyzer</a:t>
            </a:r>
            <a:r>
              <a:rPr lang="en-IN" sz="6000"/>
              <a:t> </a:t>
            </a:r>
          </a:p>
          <a:p>
            <a:pPr marL="36900" indent="0" algn="ctr">
              <a:buNone/>
            </a:pP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34725660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16c05727-aa75-4e4a-9b5f-8a80a1165891"/>
    <ds:schemaRef ds:uri="http://www.w3.org/XML/1998/namespace"/>
    <ds:schemaRef ds:uri="http://purl.org/dc/terms/"/>
    <ds:schemaRef ds:uri="71af3243-3dd4-4a8d-8c0d-dd76da1f02a5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{425E50E5-4055-4EAA-9C16-2D0DCAD8D44F}TFe742eee6-54b3-45e8-a03d-f3d997f9b6caf6c338c2_win32-3734725ae7e2</Template>
  <TotalTime>58</TotalTime>
  <Words>684</Words>
  <Application>Microsoft Office PowerPoint</Application>
  <PresentationFormat>Widescreen</PresentationFormat>
  <Paragraphs>105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 Narrow</vt:lpstr>
      <vt:lpstr>Calibri</vt:lpstr>
      <vt:lpstr>Goudy Old Style</vt:lpstr>
      <vt:lpstr>Wingdings 2</vt:lpstr>
      <vt:lpstr>SlateVTI</vt:lpstr>
      <vt:lpstr>Numpy analyzer </vt:lpstr>
      <vt:lpstr> Project Overview</vt:lpstr>
      <vt:lpstr>. Project Objectives</vt:lpstr>
      <vt:lpstr> Technologies Used</vt:lpstr>
      <vt:lpstr>DataAnalytics Class &amp;Array Creation</vt:lpstr>
      <vt:lpstr> Array Properties &amp; Validation&amp;Array Manipulation</vt:lpstr>
      <vt:lpstr> Mathematical Operations &amp;Matrix Multiplication</vt:lpstr>
      <vt:lpstr>Search, Sort &amp; Filter &amp; Statistical Analysis</vt:lpstr>
      <vt:lpstr>Correlation Coefficient &amp; Interactive Menu</vt:lpstr>
      <vt:lpstr>Error Handling &amp; OOP Concepts Demonstrated</vt:lpstr>
      <vt:lpstr>Project Workflow &amp;Learning Outcomes</vt:lpstr>
      <vt:lpstr>Future Enhancements &amp;Conclusion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Prajapati</dc:creator>
  <cp:lastModifiedBy>Jay Prajapati</cp:lastModifiedBy>
  <cp:revision>1</cp:revision>
  <dcterms:created xsi:type="dcterms:W3CDTF">2026-09-01T16:37:51Z</dcterms:created>
  <dcterms:modified xsi:type="dcterms:W3CDTF">2026-09-01T17:36:39Z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